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Advanced Crop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54321"/>
                </a:solidFill>
              </a:defRPr>
            </a:pPr>
            <a:r>
              <a:t>State-of-the-Art Deep Learning Prototype</a:t>
            </a:r>
          </a:p>
          <a:p>
            <a:r>
              <a:t>Powered by EfficientNetV2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Develop an automated, highly accurate AI system to detect plant diseases.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Ensure the solution is scalable, efficient, and user-friendly.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Evolve from a basic prototype to a State-of-the-Art (SOTA) implementation.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Provide a seamless web interface for real-time inference.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Phase 1: Rapid 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Dataset: 15 classes (Subset of PlantVillage), 300 images per class.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Model: MobileNetV3-Small (Chosen for extremely fast compilation).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Pipeline: Standard Cross-Entropy, Adam Optimizer.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Outcome: Established functional end-to-end data processing and web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Phase 2: Dataset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Target Dataset: 'New Plant Diseases Dataset' (87,000+ images).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Classes: Expanded to 38 distinct plant and disease classes.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Coverage: Apples, Cherries, Corn, Grapes, Peaches, Tomatoes, etc.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Automation: KaggleHub integration for automated, secure fetching and recursive parsing.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Architecture: EfficientNetV2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Replaced MobileNet with EfficientNetV2-S.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Why EfficientNetV2?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  - Uses Fused-MBConv blocks for faster training.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  - Significantly better parameter efficiency than ResNet.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  - Achieves higher top-1 accuracy on complex visual patterns.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Modified classification head to output exactly 38 classes.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Advanced Training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AMP (Automatic Mixed Precision): Uses FP16 Tensor Cores to train 2x faster with half the memory.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OneCycleLR Scheduler: Super-convergence via cosine annealing, preventing local minima.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Label Smoothing (0.1): Penalizes overconfidence to improve real-world generalization.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AdamW Optimizer: Superior weight-decay regularization.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228B22"/>
                </a:solidFill>
              </a:defRPr>
            </a:pPr>
            <a:r>
              <a:t>Final Performance &amp;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Epoch 4 Accuracy: Reached 99.20% on validation data.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Epoch 10 Accuracy: Achieved a staggering 99.94% validation accuracy.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UI Upgrade: Streamlit app now dynamically charts confidence scores.</a:t>
            </a:r>
          </a:p>
          <a:p>
            <a:pPr>
              <a:spcAft>
                <a:spcPts val="1000"/>
              </a:spcAft>
              <a:defRPr sz="2000">
                <a:solidFill>
                  <a:srgbClr val="282828"/>
                </a:solidFill>
              </a:defRPr>
            </a:pPr>
            <a:r>
              <a:t>Conclusion: The system is incredibly robust, highly accurate, and ready for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